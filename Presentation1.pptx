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3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3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9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7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2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7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42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1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3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4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7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2B5CF-E683-46BF-9892-EBE43601105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5D6AD-ABA0-48BF-9BE7-C23B77C3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1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sz="4400" b="1" i="1" dirty="0" smtClean="0"/>
              <a:t>Energy Management Database System</a:t>
            </a:r>
            <a:endParaRPr lang="en-US" sz="44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Student Name: Alice IRIMURITWE </a:t>
            </a:r>
          </a:p>
          <a:p>
            <a:r>
              <a:rPr lang="en-US" dirty="0" smtClean="0"/>
              <a:t>Student ID: 32124/2025 </a:t>
            </a:r>
          </a:p>
          <a:p>
            <a:r>
              <a:rPr lang="en-US" dirty="0" smtClean="0"/>
              <a:t>Course: Database Systems </a:t>
            </a:r>
          </a:p>
          <a:p>
            <a:r>
              <a:rPr lang="en-US" dirty="0" smtClean="0"/>
              <a:t>Technology Used: Oracle Database (SQL &amp; PL/SQL)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122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i="1" dirty="0" smtClean="0"/>
              <a:t>               Introduction</a:t>
            </a:r>
            <a:endParaRPr lang="en-US" sz="5400" b="1" i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This project focuses on developing a database system for managing energy consumption data. </a:t>
            </a:r>
          </a:p>
          <a:p>
            <a:endParaRPr lang="en-US" dirty="0" smtClean="0"/>
          </a:p>
          <a:p>
            <a:r>
              <a:rPr lang="en-US" dirty="0" smtClean="0"/>
              <a:t>The system stores, processes, and analyzes energy information.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Oracle Database is used because of its powerful SQL and PL/SQL capabilities.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7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/>
              <a:t>             Problem Statement</a:t>
            </a:r>
            <a:endParaRPr lang="en-US" sz="5400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              </a:t>
            </a:r>
          </a:p>
          <a:p>
            <a:pPr marL="0" indent="0">
              <a:buNone/>
            </a:pPr>
            <a:r>
              <a:rPr lang="en-US" b="1" dirty="0" smtClean="0"/>
              <a:t>  Challenges Identified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Manual energy record management is inefficient. </a:t>
            </a:r>
          </a:p>
          <a:p>
            <a:r>
              <a:rPr lang="en-US" dirty="0" smtClean="0"/>
              <a:t>Difficulty tracking energy consumption trends. </a:t>
            </a:r>
          </a:p>
          <a:p>
            <a:r>
              <a:rPr lang="en-US" dirty="0" smtClean="0"/>
              <a:t>Lack of automatic monthly reports. </a:t>
            </a:r>
          </a:p>
          <a:p>
            <a:r>
              <a:rPr lang="en-US" dirty="0" smtClean="0"/>
              <a:t>Risk of data errors and poor data security.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Solution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Develop an automated database system for efficient energy management.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70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                 </a:t>
            </a:r>
            <a:r>
              <a:rPr lang="en-US" sz="5400" b="1" dirty="0" smtClean="0"/>
              <a:t>Project Objectives</a:t>
            </a:r>
            <a:br>
              <a:rPr lang="en-US" sz="5400" b="1" dirty="0" smtClean="0"/>
            </a:b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                         </a:t>
            </a:r>
          </a:p>
          <a:p>
            <a:pPr marL="0" indent="0">
              <a:buNone/>
            </a:pPr>
            <a:r>
              <a:rPr lang="en-US" b="1" dirty="0" smtClean="0"/>
              <a:t>  Main Objectives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Design a structured energy management database. </a:t>
            </a:r>
          </a:p>
          <a:p>
            <a:r>
              <a:rPr lang="en-US" dirty="0" smtClean="0"/>
              <a:t>Store energy consumption records securely. </a:t>
            </a:r>
          </a:p>
          <a:p>
            <a:r>
              <a:rPr lang="en-US" dirty="0" smtClean="0"/>
              <a:t>Generate monthly energy summaries. </a:t>
            </a:r>
          </a:p>
          <a:p>
            <a:r>
              <a:rPr lang="en-US" dirty="0" smtClean="0"/>
              <a:t>Use PL/SQL to automate database operations. </a:t>
            </a:r>
          </a:p>
          <a:p>
            <a:r>
              <a:rPr lang="en-US" dirty="0" smtClean="0"/>
              <a:t>Improve data accuracy and reporting.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08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                </a:t>
            </a:r>
            <a:r>
              <a:rPr lang="en-US" sz="5400" b="1" dirty="0" smtClean="0"/>
              <a:t>Methodology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          Development Approach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Requirement analysis </a:t>
            </a:r>
          </a:p>
          <a:p>
            <a:r>
              <a:rPr lang="en-US" dirty="0" smtClean="0"/>
              <a:t>Database design </a:t>
            </a:r>
          </a:p>
          <a:p>
            <a:r>
              <a:rPr lang="en-US" dirty="0" smtClean="0"/>
              <a:t>Table creation using SQL </a:t>
            </a:r>
          </a:p>
          <a:p>
            <a:r>
              <a:rPr lang="en-US" dirty="0" smtClean="0"/>
              <a:t>Data insertion and testing </a:t>
            </a:r>
          </a:p>
          <a:p>
            <a:r>
              <a:rPr lang="en-US" dirty="0" smtClean="0"/>
              <a:t>PL/SQL implementation </a:t>
            </a:r>
          </a:p>
          <a:p>
            <a:r>
              <a:rPr lang="en-US" dirty="0" smtClean="0"/>
              <a:t>Report generation and evaluation </a:t>
            </a:r>
          </a:p>
          <a:p>
            <a:pPr marL="0" indent="0">
              <a:buNone/>
            </a:pPr>
            <a:r>
              <a:rPr lang="en-US" b="1" dirty="0" smtClean="0"/>
              <a:t>                </a:t>
            </a:r>
          </a:p>
          <a:p>
            <a:pPr marL="0" indent="0">
              <a:buNone/>
            </a:pPr>
            <a:r>
              <a:rPr lang="en-US" b="1" dirty="0" smtClean="0"/>
              <a:t>Tools Used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Oracle Database </a:t>
            </a:r>
          </a:p>
          <a:p>
            <a:r>
              <a:rPr lang="en-US" dirty="0" smtClean="0"/>
              <a:t>SQL Developer / SQL Command Line </a:t>
            </a:r>
          </a:p>
          <a:p>
            <a:r>
              <a:rPr lang="en-US" dirty="0" smtClean="0"/>
              <a:t>PL/SQL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495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                  </a:t>
            </a:r>
            <a:r>
              <a:rPr lang="en-US" sz="5400" b="1" dirty="0" smtClean="0"/>
              <a:t>Database Design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Main Tables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err="1" smtClean="0"/>
              <a:t>Energy_User</a:t>
            </a:r>
            <a:r>
              <a:rPr lang="en-US" dirty="0" smtClean="0"/>
              <a:t> table </a:t>
            </a:r>
          </a:p>
          <a:p>
            <a:r>
              <a:rPr lang="en-US" dirty="0" err="1" smtClean="0"/>
              <a:t>Energy_Consumption</a:t>
            </a:r>
            <a:r>
              <a:rPr lang="en-US" dirty="0" smtClean="0"/>
              <a:t> table </a:t>
            </a:r>
          </a:p>
          <a:p>
            <a:r>
              <a:rPr lang="en-US" dirty="0" err="1" smtClean="0"/>
              <a:t>Monthly_Energy_Summary</a:t>
            </a:r>
            <a:r>
              <a:rPr lang="en-US" dirty="0" smtClean="0"/>
              <a:t> table </a:t>
            </a:r>
          </a:p>
          <a:p>
            <a:r>
              <a:rPr lang="en-US" dirty="0" smtClean="0"/>
              <a:t>Audit table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            Database Features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Primary keys </a:t>
            </a:r>
          </a:p>
          <a:p>
            <a:r>
              <a:rPr lang="en-US" dirty="0" smtClean="0"/>
              <a:t>Foreign keys </a:t>
            </a:r>
          </a:p>
          <a:p>
            <a:r>
              <a:rPr lang="en-US" dirty="0" smtClean="0"/>
              <a:t>Relationships between tables </a:t>
            </a:r>
          </a:p>
          <a:p>
            <a:r>
              <a:rPr lang="en-US" dirty="0" smtClean="0"/>
              <a:t>Data integrity constraints </a:t>
            </a:r>
          </a:p>
          <a:p>
            <a:r>
              <a:rPr lang="en-US" i="1" dirty="0" smtClean="0"/>
              <a:t>(Insert ER diagram screenshot here)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191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</a:t>
            </a:r>
            <a:r>
              <a:rPr lang="en-US" sz="5400" b="1" dirty="0" smtClean="0"/>
              <a:t>Implementation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     SQL Implementation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Created database tables. </a:t>
            </a:r>
          </a:p>
          <a:p>
            <a:r>
              <a:rPr lang="en-US" dirty="0" smtClean="0"/>
              <a:t>Inserted and managed energy records. </a:t>
            </a:r>
          </a:p>
          <a:p>
            <a:r>
              <a:rPr lang="en-US" dirty="0" smtClean="0"/>
              <a:t>Developed queries for analysis.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      PL/SQL Implementation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Procedures for automation. </a:t>
            </a:r>
          </a:p>
          <a:p>
            <a:r>
              <a:rPr lang="en-US" dirty="0" smtClean="0"/>
              <a:t>Functions for calculations. </a:t>
            </a:r>
          </a:p>
          <a:p>
            <a:r>
              <a:rPr lang="en-US" dirty="0" smtClean="0"/>
              <a:t>Packages for organized code. </a:t>
            </a:r>
          </a:p>
          <a:p>
            <a:r>
              <a:rPr lang="en-US" dirty="0" smtClean="0"/>
              <a:t>Triggers for auditing and security.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7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</a:t>
            </a:r>
            <a:r>
              <a:rPr lang="en-US" b="1" dirty="0" smtClean="0"/>
              <a:t>Advanced PL/SQL Features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      </a:t>
            </a:r>
          </a:p>
          <a:p>
            <a:pPr marL="0" indent="0">
              <a:buNone/>
            </a:pPr>
            <a:r>
              <a:rPr lang="en-US" b="1" dirty="0" smtClean="0"/>
              <a:t>           Implemented Features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Cursor:</a:t>
            </a:r>
            <a:r>
              <a:rPr lang="en-US" dirty="0" smtClean="0"/>
              <a:t> Used to process multiple records. </a:t>
            </a:r>
          </a:p>
          <a:p>
            <a:pPr marL="0" indent="0">
              <a:buNone/>
            </a:pPr>
            <a:r>
              <a:rPr lang="en-US" b="1" dirty="0" smtClean="0"/>
              <a:t>BULK COLLECT:</a:t>
            </a:r>
            <a:r>
              <a:rPr lang="en-US" dirty="0" smtClean="0"/>
              <a:t> Improves data retrieval performance. </a:t>
            </a:r>
          </a:p>
          <a:p>
            <a:pPr marL="0" indent="0">
              <a:buNone/>
            </a:pPr>
            <a:r>
              <a:rPr lang="en-US" b="1" dirty="0" smtClean="0"/>
              <a:t>MERGE:</a:t>
            </a:r>
            <a:r>
              <a:rPr lang="en-US" dirty="0" smtClean="0"/>
              <a:t> Updates and inserts summary data efficiently. </a:t>
            </a:r>
          </a:p>
          <a:p>
            <a:pPr marL="0" indent="0">
              <a:buNone/>
            </a:pPr>
            <a:r>
              <a:rPr lang="en-US" b="1" dirty="0" smtClean="0"/>
              <a:t>Audit Trigger:</a:t>
            </a:r>
            <a:r>
              <a:rPr lang="en-US" dirty="0" smtClean="0"/>
              <a:t> Tracks database changes. </a:t>
            </a:r>
          </a:p>
          <a:p>
            <a:pPr marL="0" indent="0">
              <a:buNone/>
            </a:pPr>
            <a:r>
              <a:rPr lang="en-US" b="1" dirty="0" smtClean="0"/>
              <a:t>Security Trigger:</a:t>
            </a:r>
            <a:r>
              <a:rPr lang="en-US" dirty="0" smtClean="0"/>
              <a:t> Controls unauthorized operations.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369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</a:t>
            </a:r>
            <a:r>
              <a:rPr lang="en-US" sz="5400" b="1" dirty="0" smtClean="0"/>
              <a:t>Results &amp; Discussion</a:t>
            </a:r>
            <a:endParaRPr lang="en-US" sz="5400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  </a:t>
            </a:r>
          </a:p>
          <a:p>
            <a:pPr marL="0" indent="0">
              <a:buNone/>
            </a:pPr>
            <a:r>
              <a:rPr lang="en-US" b="1" dirty="0" smtClean="0"/>
              <a:t>Results Achieved</a:t>
            </a:r>
            <a:endParaRPr lang="en-US" dirty="0" smtClean="0"/>
          </a:p>
          <a:p>
            <a:r>
              <a:rPr lang="en-US" dirty="0" smtClean="0"/>
              <a:t>Successful creation of an energy management database. </a:t>
            </a:r>
          </a:p>
          <a:p>
            <a:r>
              <a:rPr lang="en-US" dirty="0" smtClean="0"/>
              <a:t>Automated monthly energy summary generation. </a:t>
            </a:r>
          </a:p>
          <a:p>
            <a:r>
              <a:rPr lang="en-US" dirty="0" smtClean="0"/>
              <a:t>Improved data security through triggers. </a:t>
            </a:r>
          </a:p>
          <a:p>
            <a:r>
              <a:rPr lang="en-US" dirty="0" smtClean="0"/>
              <a:t>Faster processing using PL/SQL optimization.</a:t>
            </a:r>
          </a:p>
          <a:p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b="1" dirty="0" smtClean="0"/>
              <a:t>      Screenshots</a:t>
            </a:r>
            <a:endParaRPr lang="en-US" dirty="0" smtClean="0"/>
          </a:p>
          <a:p>
            <a:r>
              <a:rPr lang="en-US" dirty="0" smtClean="0"/>
              <a:t>Query results </a:t>
            </a:r>
          </a:p>
          <a:p>
            <a:r>
              <a:rPr lang="en-US" dirty="0" smtClean="0"/>
              <a:t>PL/SQL execution outputs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827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            </a:t>
            </a:r>
            <a:r>
              <a:rPr lang="en-US" sz="5400" b="1" i="1" dirty="0" smtClean="0"/>
              <a:t>Conclusion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    Conclusion</a:t>
            </a:r>
            <a:endParaRPr lang="en-US" dirty="0" smtClean="0"/>
          </a:p>
          <a:p>
            <a:r>
              <a:rPr lang="en-US" dirty="0" smtClean="0"/>
              <a:t>The project demonstrates how Oracle SQL and PL/SQL can solve real-world data management problems. </a:t>
            </a:r>
          </a:p>
          <a:p>
            <a:r>
              <a:rPr lang="en-US" dirty="0" smtClean="0"/>
              <a:t>The system provides accurate storage, reporting, and security for energy data. </a:t>
            </a:r>
          </a:p>
          <a:p>
            <a:pPr marL="0" indent="0">
              <a:buNone/>
            </a:pPr>
            <a:r>
              <a:rPr lang="en-US" b="1" dirty="0" smtClean="0"/>
              <a:t>    Future Improvements</a:t>
            </a:r>
            <a:endParaRPr lang="en-US" dirty="0" smtClean="0"/>
          </a:p>
          <a:p>
            <a:r>
              <a:rPr lang="en-US" dirty="0" smtClean="0"/>
              <a:t>Develop a web/mobile application. </a:t>
            </a:r>
          </a:p>
          <a:p>
            <a:r>
              <a:rPr lang="en-US" dirty="0" smtClean="0"/>
              <a:t>Add real-time energy monitoring. </a:t>
            </a:r>
          </a:p>
          <a:p>
            <a:r>
              <a:rPr lang="en-US" dirty="0" smtClean="0"/>
              <a:t>Include graphical dashboards.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45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399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 Energy Management Database System</vt:lpstr>
      <vt:lpstr>               Introduction</vt:lpstr>
      <vt:lpstr>             Problem Statement</vt:lpstr>
      <vt:lpstr>                 Project Objectives </vt:lpstr>
      <vt:lpstr>                  Methodology </vt:lpstr>
      <vt:lpstr>                    Database Design </vt:lpstr>
      <vt:lpstr>               Implementation</vt:lpstr>
      <vt:lpstr>                Advanced PL/SQL Features </vt:lpstr>
      <vt:lpstr>     Results &amp; Discussion</vt:lpstr>
      <vt:lpstr>             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Management Database System</dc:title>
  <dc:creator>Alice</dc:creator>
  <cp:lastModifiedBy>Alice</cp:lastModifiedBy>
  <cp:revision>3</cp:revision>
  <dcterms:created xsi:type="dcterms:W3CDTF">2026-07-15T00:11:55Z</dcterms:created>
  <dcterms:modified xsi:type="dcterms:W3CDTF">2026-07-15T00:23:47Z</dcterms:modified>
</cp:coreProperties>
</file>